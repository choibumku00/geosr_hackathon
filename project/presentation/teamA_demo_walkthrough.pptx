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B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2BB7AE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-1645920"/>
            <a:ext cx="5120640" cy="5120640"/>
          </a:xfrm>
          <a:prstGeom prst="ellipse">
            <a:avLst/>
          </a:prstGeom>
          <a:solidFill>
            <a:srgbClr val="0E7C86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25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9FD8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(Live Demonstration)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10424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 명령으로
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수치모델을 </a:t>
            </a:r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BB7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스스로 검증</a:t>
            </a:r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하다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68680" y="406908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7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에이전트가 자료를 파악하고, 부족한 정보를 스스로 채워 검증한다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5212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A팀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시작하나 — 자연어 한 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005840" y="2011680"/>
            <a:ext cx="10149840" cy="1554480"/>
          </a:xfrm>
          <a:prstGeom prst="roundRect">
            <a:avLst>
              <a:gd name="adj" fmla="val 3529"/>
            </a:avLst>
          </a:prstGeom>
          <a:solidFill>
            <a:srgbClr val="0B3B3F"/>
          </a:solidFill>
          <a:ln/>
          <a:effectLst>
            <a:outerShdw sx="100000" sy="100000" kx="0" ky="0" algn="bl" rotWithShape="0" blurRad="101600" dist="38100" dir="8100000">
              <a:srgbClr val="08272A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25880" y="23317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B7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/validate-model-output</a:t>
            </a:r>
            <a:pPr indent="0" marL="0">
              <a:buNone/>
            </a:pPr>
            <a:r>
              <a:rPr lang="en-US" sz="1700" dirty="0">
                <a:solidFill>
                  <a:srgbClr val="EA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이 폴더의 파랑모델을 부이 관측으로 검증해줘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25880" y="29718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D8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커서 깜빡임 한 줄 — 폴더 경로만 주면 끝. 어떤 분석을 어떻게 할지 일일이 지정하지 않는다.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4114800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사용자가 하는 일은 여기까지. 나머지는 에이전트가 스스로 진행한다.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A팀 · 시연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폴더를 훑어 ‘무엇이 있는지’ 자동 정리</a:t>
            </a:r>
            <a:endParaRPr lang="en-US" sz="2600" dirty="0"/>
          </a:p>
        </p:txBody>
      </p:sp>
      <p:pic>
        <p:nvPicPr>
          <p:cNvPr id="5" name="Image 0" descr="project/presentation/assets/inventory_pl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783080"/>
            <a:ext cx="9052560" cy="2633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475488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게 검증할 모델이고 어떤 게 비교 기준(관측)인지 스스로 구분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형식이 서로 달라도(격자/지점, 한글/영문) 알아서 읽어 들임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A팀 · 시연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빠진 정보를 스스로 찾아 채운다  (핵심)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77240" y="2011680"/>
            <a:ext cx="3246120" cy="1828800"/>
          </a:xfrm>
          <a:prstGeom prst="roundRect">
            <a:avLst>
              <a:gd name="adj" fmla="val 4000"/>
            </a:avLst>
          </a:prstGeom>
          <a:solidFill>
            <a:srgbClr val="FCEDEC"/>
          </a:solidFill>
          <a:ln/>
          <a:effectLst>
            <a:outerShdw sx="100000" sy="100000" kx="0" ky="0" algn="bl" rotWithShape="0" blurRad="101600" dist="38100" dir="8100000">
              <a:srgbClr val="08272A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2860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관측자료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283464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‘위치’ 정보가 없음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977640" y="265176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480560" y="2011680"/>
            <a:ext cx="3246120" cy="1828800"/>
          </a:xfrm>
          <a:prstGeom prst="roundRect">
            <a:avLst>
              <a:gd name="adj" fmla="val 4000"/>
            </a:avLst>
          </a:prstGeom>
          <a:solidFill>
            <a:srgbClr val="EAF3EE"/>
          </a:solidFill>
          <a:ln/>
          <a:effectLst>
            <a:outerShdw sx="100000" sy="100000" kx="0" ky="0" algn="bl" rotWithShape="0" blurRad="101600" dist="38100" dir="8100000">
              <a:srgbClr val="08272A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63440" y="22860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폴더를 살펴봄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63440" y="283464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 목록을 발견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680960" y="265176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183880" y="2011680"/>
            <a:ext cx="3246120" cy="1828800"/>
          </a:xfrm>
          <a:prstGeom prst="roundRect">
            <a:avLst>
              <a:gd name="adj" fmla="val 4000"/>
            </a:avLst>
          </a:prstGeom>
          <a:solidFill>
            <a:srgbClr val="E7F4EE"/>
          </a:solidFill>
          <a:ln/>
          <a:effectLst>
            <a:outerShdw sx="100000" sy="100000" kx="0" ky="0" algn="bl" rotWithShape="0" blurRad="101600" dist="38100" dir="8100000">
              <a:srgbClr val="08272A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66760" y="22860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연결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66760" y="283464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8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 ↔ 가까운 모델 지점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42976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‘위치는 저기 있어’라고 알려주지 않아도, 부족한 정보를 폴더에서 찾아 메운다.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7240" y="493776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바로 이 점이 ‘그냥 챗봇에 시키기’와 다른 부분 — 자료 사정을 스스로 파악해 적응한다.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A팀 · 시연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모델과 관측을 맞춰 차이를 계산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280160" y="1783080"/>
            <a:ext cx="9601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8272A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00200" y="2075688"/>
            <a:ext cx="548640" cy="5486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1600200" y="20756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377440" y="19659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지점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377440" y="2386584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 지점마다 가장 가까운 모델 값을 가져온다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280160" y="3108960"/>
            <a:ext cx="9601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8272A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600200" y="3401568"/>
            <a:ext cx="548640" cy="5486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2" name="Text 10"/>
          <p:cNvSpPr/>
          <p:nvPr/>
        </p:nvSpPr>
        <p:spPr>
          <a:xfrm>
            <a:off x="1600200" y="34015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377440" y="3291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시각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377440" y="3712464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 시각에 맞는 모델 시각을 짝짓는다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280160" y="4434840"/>
            <a:ext cx="9601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8272A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600200" y="4727448"/>
            <a:ext cx="548640" cy="5486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7" name="Text 15"/>
          <p:cNvSpPr/>
          <p:nvPr/>
        </p:nvSpPr>
        <p:spPr>
          <a:xfrm>
            <a:off x="1600200" y="47274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377440" y="4617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차이 계산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2377440" y="5038344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유의파고 차이를 모아 통계·그림으로 정리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A팀 · 시연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결과 — 파랑모델 vs 부이 (5일)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8272A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0848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비교한 자료 수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" y="2487168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1,956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960120" y="32461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66160" y="19202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8272A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749040" y="20848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차이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749040" y="2487168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−0.39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749040" y="32461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 (모델이 낮음)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55080" y="19202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8272A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37960" y="20848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오차 크기(RMSE)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37960" y="2487168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0.59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537960" y="32461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44000" y="19202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8272A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326880" y="20848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상관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326880" y="2487168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8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0.77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9326880" y="32461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7240" y="4023360"/>
            <a:ext cx="10607040" cy="1280160"/>
          </a:xfrm>
          <a:prstGeom prst="roundRect">
            <a:avLst>
              <a:gd name="adj" fmla="val 5714"/>
            </a:avLst>
          </a:prstGeom>
          <a:solidFill>
            <a:srgbClr val="EAF3EE"/>
          </a:solidFill>
          <a:ln/>
          <a:effectLst>
            <a:outerShdw sx="100000" sy="100000" kx="0" ky="0" algn="bl" rotWithShape="0" blurRad="101600" dist="38100" dir="8100000">
              <a:srgbClr val="08272A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51560" y="4206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발견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1560" y="45720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파고가 높은 지점·시기일수록 모델이 관측보다 낮게 모의 — 큰 파도를 과소평가하는 경향.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A팀 · 시연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결과 — 그림으로 보기</a:t>
            </a:r>
            <a:endParaRPr lang="en-US" sz="2600" dirty="0"/>
          </a:p>
        </p:txBody>
      </p:sp>
      <p:pic>
        <p:nvPicPr>
          <p:cNvPr id="5" name="Image 0" descr="project/presentation/assets/wave_resu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1783080"/>
            <a:ext cx="9875520" cy="3291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521208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왼쪽: 모델·관측 비교(점이 선 아래로 치우치면 모델이 낮음)  ·  가운데: 한 지점 시간변화(큰 파도에서 차이 큼)  ·  오른쪽: 분포 비교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A팀 · 시연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정직하게 — 이렇게 읽어야 한다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77240" y="1783080"/>
            <a:ext cx="10607040" cy="1143000"/>
          </a:xfrm>
          <a:prstGeom prst="roundRect">
            <a:avLst>
              <a:gd name="adj" fmla="val 6400"/>
            </a:avLst>
          </a:prstGeom>
          <a:solidFill>
            <a:srgbClr val="FFFDF7"/>
          </a:solidFill>
          <a:ln/>
          <a:effectLst>
            <a:outerShdw sx="100000" sy="100000" kx="0" ky="0" algn="bl" rotWithShape="0" blurRad="101600" dist="38100" dir="8100000">
              <a:srgbClr val="08272A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783080"/>
            <a:ext cx="128016" cy="1143000"/>
          </a:xfrm>
          <a:prstGeom prst="rect">
            <a:avLst/>
          </a:prstGeom>
          <a:solidFill>
            <a:srgbClr val="C9760F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9659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기준은 ‘정답’이 아니다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240487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관측도 오차가 있다 — ‘모델이 틀렸다’가 아니라 ‘모델과 관측의 차이’로 읽는다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3108960"/>
            <a:ext cx="10607040" cy="1143000"/>
          </a:xfrm>
          <a:prstGeom prst="roundRect">
            <a:avLst>
              <a:gd name="adj" fmla="val 6400"/>
            </a:avLst>
          </a:prstGeom>
          <a:solidFill>
            <a:srgbClr val="FFFDF7"/>
          </a:solidFill>
          <a:ln/>
          <a:effectLst>
            <a:outerShdw sx="100000" sy="100000" kx="0" ky="0" algn="bl" rotWithShape="0" blurRad="101600" dist="38100" dir="8100000">
              <a:srgbClr val="08272A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3108960"/>
            <a:ext cx="128016" cy="1143000"/>
          </a:xfrm>
          <a:prstGeom prst="rect">
            <a:avLst/>
          </a:prstGeom>
          <a:solidFill>
            <a:srgbClr val="C9760F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2918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좋다/나쁘다 단정 금지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373075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 맞는지 기준선은 해역·상황에 따라 달라진다 — 참고용으로만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" y="4434840"/>
            <a:ext cx="10607040" cy="1143000"/>
          </a:xfrm>
          <a:prstGeom prst="roundRect">
            <a:avLst>
              <a:gd name="adj" fmla="val 6400"/>
            </a:avLst>
          </a:prstGeom>
          <a:solidFill>
            <a:srgbClr val="FFFDF7"/>
          </a:solidFill>
          <a:ln/>
          <a:effectLst>
            <a:outerShdw sx="100000" sy="100000" kx="0" ky="0" algn="bl" rotWithShape="0" blurRad="101600" dist="38100" dir="8100000">
              <a:srgbClr val="08272A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4434840"/>
            <a:ext cx="128016" cy="1143000"/>
          </a:xfrm>
          <a:prstGeom prst="rect">
            <a:avLst/>
          </a:prstGeom>
          <a:solidFill>
            <a:srgbClr val="C9760F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6177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일부 지점·한 사례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505663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위치를 아는 지점만, 특정 기간만 본 결과다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A팀 · 시연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3B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2BB7AE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3474720"/>
            <a:ext cx="4754880" cy="4754880"/>
          </a:xfrm>
          <a:prstGeom prst="ellipse">
            <a:avLst/>
          </a:prstGeom>
          <a:solidFill>
            <a:srgbClr val="0E7C86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188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9FD8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시연이 보여준 것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10424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명령이면
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누가·언제 해도 </a:t>
            </a:r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2BB7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검증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68680" y="3749040"/>
            <a:ext cx="10241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EAF6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자료 사정을 스스로 파악·보완해 검증한다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EAF6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파랑이 아닌 다른 자료·분야에도 같은 방식으로 확장된다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5212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D8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검증 업무를, 누구나 똑같이 재현할 수 있게.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시연 — 한 줄 명령으로 수치모델 검증</dc:title>
  <dc:subject>PptxGenJS Presentation</dc:subject>
  <dc:creator>A팀</dc:creator>
  <cp:lastModifiedBy>A팀</cp:lastModifiedBy>
  <cp:revision>1</cp:revision>
  <dcterms:created xsi:type="dcterms:W3CDTF">2026-06-30T12:54:54Z</dcterms:created>
  <dcterms:modified xsi:type="dcterms:W3CDTF">2026-06-30T12:54:54Z</dcterms:modified>
</cp:coreProperties>
</file>