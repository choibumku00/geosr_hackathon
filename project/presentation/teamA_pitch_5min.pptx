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A507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47472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공통과제 · 모델 출력 후처리·검증 자동화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수치모델 후처리·검증,
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손으로 →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8FC7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일관되게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스킬  ·  validate-model-output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 ·  발표: 전원 1인 미니시연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‘느림’이 아니라 ‘매번 달라짐’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21408"/>
            <a:ext cx="502920" cy="502920"/>
          </a:xfrm>
          <a:prstGeom prst="ellipse">
            <a:avLst/>
          </a:prstGeom>
          <a:solidFill>
            <a:srgbClr val="0A507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193852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포맷·규약 제각각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NetCDF3/4·HDF5·CSV, 좌표 1D/2D/비정형mesh, 단위 K/°C, 영문/한글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3584448"/>
            <a:ext cx="502920" cy="502920"/>
          </a:xfrm>
          <a:prstGeom prst="ellipse">
            <a:avLst/>
          </a:prstGeom>
          <a:solidFill>
            <a:srgbClr val="0A507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40156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오가며 눈으로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3840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CDO·NCO·Python·ncview·wgrib2를 매번 수동으로 — 느리고 실수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10607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5047488"/>
            <a:ext cx="502920" cy="502920"/>
          </a:xfrm>
          <a:prstGeom prst="ellipse">
            <a:avLst/>
          </a:prstGeom>
          <a:solidFill>
            <a:srgbClr val="0A5078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047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864608"/>
            <a:ext cx="9326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세션마다 절차가 달라짐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530352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패키지·기준이 바뀌어 재현 불가, 통과/실패 근거가 안 남음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통찰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Claude와 무엇이 다른가 — 역할 분업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FBEDEC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에이전트한테 시키면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코드·패키지·임계가 바뀜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 누락 가능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재현·전파 불가, 근거 안 남음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‘껍데기’ 위험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해법 — 결정적 코어 + 에이전트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규칙 → Python·yaml에 박제(완전 재현)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판단(모델/기준·분석·해석) → 유도 대화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다양성 → 검증 카탈로그(방법500·그림115)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일관성 = 맨손이 못 하는 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최고 배점 ②재현·전파성과 정확히 일치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동작하나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4페이즈 — 분석을 즉시 시작하지 않는다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2542032" cy="457200"/>
          </a:xfrm>
          <a:prstGeom prst="rect">
            <a:avLst/>
          </a:prstGeom>
          <a:solidFill>
            <a:srgbClr val="0A507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발견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183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스캔 → 포맷·도메인·역할 자동 인벤토리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9544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920240"/>
            <a:ext cx="254203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질문유도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elicit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모델/기준인지·변수·기간을 되물어 구체화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98464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5508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920240"/>
            <a:ext cx="2542032" cy="457200"/>
          </a:xfrm>
          <a:prstGeom prst="rect">
            <a:avLst/>
          </a:prstGeom>
          <a:solidFill>
            <a:srgbClr val="0A5078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다축검증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967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정합 → 정확도·분포·방향·시계열 배터리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787384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44000" y="1920240"/>
            <a:ext cx="25420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0" y="1920240"/>
            <a:ext cx="2542032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192024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리포트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08592" y="292608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PASS/FAIL·근거·그림 + §G 경고 자동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직교 yaml(rules·recipes·aliases) + canonical metrics 단일구현 + §G 함정 강제(기준자료≠참값·advisory)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발견(discover) + QC 결함적발</a:t>
            </a:r>
            <a:endParaRPr lang="en-US" sz="2700" dirty="0"/>
          </a:p>
        </p:txBody>
      </p:sp>
      <p:pic>
        <p:nvPicPr>
          <p:cNvPr id="5" name="Image 0" descr="project/presentation/assets/discover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532120" cy="1929384"/>
          </a:xfrm>
          <a:prstGeom prst="rect">
            <a:avLst/>
          </a:prstGeom>
        </p:spPr>
      </p:pic>
      <p:pic>
        <p:nvPicPr>
          <p:cNvPr id="6" name="Image 1" descr="project/presentation/assets/qc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83664"/>
            <a:ext cx="5257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382219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discover — 멀티포맷·도메인 자동 분류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55080" y="3822192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validate — 정상 PASS / 결함 FAIL 근거 적발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4297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설명 안 해도 ‘무엇이 모델/기준’인지 먼저 파악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정상은 통과, 망가뜨린 파일은 근거와 함께 적발 — 실측 완료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 검증 — WW3 모델 vs 부이 관측</a:t>
            </a:r>
            <a:endParaRPr lang="en-US" sz="2700" dirty="0"/>
          </a:p>
        </p:txBody>
      </p:sp>
      <p:pic>
        <p:nvPicPr>
          <p:cNvPr id="5" name="Image 0" descr="project/presentation/assets/wave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719072"/>
            <a:ext cx="98755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047488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5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WW3 vs 부이 · 2024-09-15 · N=393 · 17지점   —   bias −0.12 m · SI 0.43 · R 0.74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54406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부이 지점 최근접 매칭 → 정확도·분포·시계열 다축 · 09-15 피크에서 모델 과소(스킬이 좌표 출처를 자동 발견)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· 전파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배점 ②재현·전파성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폴더 복사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7432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스킬은 자기완결 폴더 — 복사만으로 옆 사람 PC에서 동작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 yaml만 수정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6008" y="27432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변수·도메인·기준자료 = 코드 0줄, yaml만 추가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01000" y="1920240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194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0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부서 자산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47888" y="27432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 카탈로그(15) + 그림 카탈로그(7도메인) — 따라 할 레시피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방법론을 ‘한 사람 머릿속’이 아니라 재사용 자산으로 — 이게 전파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— BEFORE / AFTER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일관성·재현성 (실측 증거)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 ≈ 0%</a:t>
            </a:r>
            <a:pPr indent="0" marL="0">
              <a:buNone/>
            </a:pPr>
            <a:r>
              <a:rPr lang="en-US" sz="2600" b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</a:t>
            </a:r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100%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2E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결함파일 · 즉석검증 4개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1 : FAIL 3</a:t>
            </a:r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(결함 놓침)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657600"/>
          <a:ext cx="10607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 (맨손)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7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After (스킬)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요청 반복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다름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동일(바이트까지)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누락 가능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 전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결함 적발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눈으로(놓침)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+ 근거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전파·확장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머릿속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 복사·yaml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효과를 시간이 아니라 ‘일관성·재현성’으로 측정 — 우리 업무의 진짜 문제였으니까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3657600"/>
            <a:ext cx="4572000" cy="4572000"/>
          </a:xfrm>
          <a:prstGeom prst="ellipse">
            <a:avLst/>
          </a:prstGeom>
          <a:solidFill>
            <a:srgbClr val="0A5078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C7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AI가 아니라,
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수작업을 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8FC7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일관·재현 가능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바꾼 도구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“누가 언제 돌려도 같은 검증” — 그게 우리 답입니다.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한계  </a:t>
            </a:r>
            <a:pPr indent="0" marL="0">
              <a:buNone/>
            </a:pPr>
            <a:r>
              <a:rPr lang="en-US" sz="1300" dirty="0">
                <a:solidFill>
                  <a:srgbClr val="9FB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임계는 advisory · 기준자료는 reference(≠참값) · 부이는 대표성오차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4630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6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분담 — 전원 1인 60초 미니시연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07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6035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미니시연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0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문제·통찰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discover 멀티포맷 분류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아키텍처·QC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QC 정상 PASS / 결함 FAIL 라이브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파랑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WW3↔부이 다축 verify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재현·전파·효과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6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명령 재실행 → 동일 리포트 + yaml 수정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12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프롬프트·결과를 본인 화면에서 라이브로 (공지 규칙) · 데모 실패 대비 사전 녹화 준비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A팀 · validate-model-output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수치모델 후처리·검증 자동화</dc:title>
  <dc:subject>PptxGenJS Presentation</dc:subject>
  <dc:creator>A팀 / Youjung Oh</dc:creator>
  <cp:lastModifiedBy>A팀 / Youjung Oh</cp:lastModifiedBy>
  <cp:revision>1</cp:revision>
  <dcterms:created xsi:type="dcterms:W3CDTF">2026-06-30T11:57:44Z</dcterms:created>
  <dcterms:modified xsi:type="dcterms:W3CDTF">2026-06-30T11:57:44Z</dcterms:modified>
</cp:coreProperties>
</file>