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9418320" y="-1463040"/>
            <a:ext cx="4754880" cy="4754880"/>
          </a:xfrm>
          <a:prstGeom prst="ellipse">
            <a:avLst/>
          </a:prstGeom>
          <a:solidFill>
            <a:srgbClr val="0A5078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607040" y="3474720"/>
            <a:ext cx="3840480" cy="3840480"/>
          </a:xfrm>
          <a:prstGeom prst="ellipse">
            <a:avLst/>
          </a:prstGeom>
          <a:solidFill>
            <a:srgbClr val="1C7293">
              <a:alpha val="3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8FC7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공통과제 · 모델 출력 후처리·검증 자동화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1920240"/>
            <a:ext cx="103327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수치모델 후처리·검증,
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매번 손으로 → </a:t>
            </a:r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8FC7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일관되게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6868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DC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재사용 스킬  ·  validate-model-output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51206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A팀  ·  발표: 전원 1인 미니시연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02920"/>
            <a:ext cx="146304" cy="5029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정의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58952" y="713232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6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핵심은 ‘느림’이 아니라 ‘매번 달라짐’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777240" y="1737360"/>
            <a:ext cx="106070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A1A2E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51560" y="2121408"/>
            <a:ext cx="502920" cy="502920"/>
          </a:xfrm>
          <a:prstGeom prst="ellipse">
            <a:avLst/>
          </a:prstGeom>
          <a:solidFill>
            <a:srgbClr val="0A5078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12140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828800" y="1938528"/>
            <a:ext cx="9326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6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포맷·규약 제각각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828800" y="2377440"/>
            <a:ext cx="9326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NetCDF3/4·HDF5·CSV, 좌표 1D/2D/비정형mesh, 단위 K/°C, 영문/한글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77240" y="3200400"/>
            <a:ext cx="106070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A1A2E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051560" y="3584448"/>
            <a:ext cx="502920" cy="502920"/>
          </a:xfrm>
          <a:prstGeom prst="ellipse">
            <a:avLst/>
          </a:prstGeom>
          <a:solidFill>
            <a:srgbClr val="0A5078"/>
          </a:solidFill>
          <a:ln/>
        </p:spPr>
      </p:sp>
      <p:sp>
        <p:nvSpPr>
          <p:cNvPr id="12" name="Text 10"/>
          <p:cNvSpPr/>
          <p:nvPr/>
        </p:nvSpPr>
        <p:spPr>
          <a:xfrm>
            <a:off x="1051560" y="358444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828800" y="3401568"/>
            <a:ext cx="9326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6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손으로 오가며 눈으로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828800" y="3840480"/>
            <a:ext cx="9326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CDO·NCO·Python·ncview·wgrib2를 매번 수동으로 — 느리고 실수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77240" y="4663440"/>
            <a:ext cx="106070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A1A2E">
                <a:alpha val="1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1051560" y="5047488"/>
            <a:ext cx="502920" cy="502920"/>
          </a:xfrm>
          <a:prstGeom prst="ellipse">
            <a:avLst/>
          </a:prstGeom>
          <a:solidFill>
            <a:srgbClr val="0A5078"/>
          </a:solidFill>
          <a:ln/>
        </p:spPr>
      </p:sp>
      <p:sp>
        <p:nvSpPr>
          <p:cNvPr id="17" name="Text 15"/>
          <p:cNvSpPr/>
          <p:nvPr/>
        </p:nvSpPr>
        <p:spPr>
          <a:xfrm>
            <a:off x="1051560" y="504748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828800" y="4864608"/>
            <a:ext cx="9326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6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세션마다 절차가 달라짐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828800" y="5303520"/>
            <a:ext cx="9326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쓰는 패키지·기준이 바뀌어 재현 불가, 통과/실패 근거가 안 남음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0292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A팀 · validate-model-output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02920"/>
            <a:ext cx="146304" cy="5029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통찰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58952" y="713232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6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맨손 Claude와 무엇이 다른가 — 역할 분업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777240" y="1783080"/>
            <a:ext cx="5120640" cy="3108960"/>
          </a:xfrm>
          <a:prstGeom prst="roundRect">
            <a:avLst>
              <a:gd name="adj" fmla="val 2353"/>
            </a:avLst>
          </a:prstGeom>
          <a:solidFill>
            <a:srgbClr val="FBEDEC"/>
          </a:solidFill>
          <a:ln/>
          <a:effectLst>
            <a:outerShdw sx="100000" sy="100000" kx="0" ky="0" algn="bl" rotWithShape="0" blurRad="114300" dist="38100" dir="8100000">
              <a:srgbClr val="0A1A2E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51560" y="20116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그냥 에이전트한테 시키면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7280" y="2514600"/>
            <a:ext cx="45720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626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매번 코드·패키지·임계가 바뀜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626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항목 누락 가능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626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재현·전파 불가, 근거 안 남음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‘껍데기’ 위험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63640" y="1783080"/>
            <a:ext cx="5120640" cy="3108960"/>
          </a:xfrm>
          <a:prstGeom prst="roundRect">
            <a:avLst>
              <a:gd name="adj" fmla="val 2353"/>
            </a:avLst>
          </a:prstGeom>
          <a:solidFill>
            <a:srgbClr val="EAF3EE"/>
          </a:solidFill>
          <a:ln/>
          <a:effectLst>
            <a:outerShdw sx="100000" sy="100000" kx="0" ky="0" algn="bl" rotWithShape="0" blurRad="114300" dist="38100" dir="8100000">
              <a:srgbClr val="0A1A2E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37960" y="20116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84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해법 — 결정적 코어 + 에이전트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83680" y="2514600"/>
            <a:ext cx="45720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626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규칙 → Python·yaml에 박제(완전 재현)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626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판단(모델/기준·분석·해석) → 유도 대화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626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다양성 → 검증 카탈로그(방법500·그림115)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E84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일관성 = 맨손이 못 하는 것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521208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5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대회 최고 배점 ②재현·전파성과 정확히 일치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0292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A팀 · validate-model-output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02920"/>
            <a:ext cx="146304" cy="5029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동작하나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58952" y="713232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6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4페이즈 — 분석을 즉시 시작하지 않는다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777240" y="1920240"/>
            <a:ext cx="2542032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A1A2E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920240"/>
            <a:ext cx="2542032" cy="457200"/>
          </a:xfrm>
          <a:prstGeom prst="rect">
            <a:avLst/>
          </a:prstGeom>
          <a:solidFill>
            <a:srgbClr val="0A5078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920240"/>
            <a:ext cx="25420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 발견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25146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8A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discover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41832" y="2926080"/>
            <a:ext cx="2240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6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폴더 스캔 → 포맷·도메인·역할 자동 인벤토리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209544" y="27432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566160" y="1920240"/>
            <a:ext cx="2542032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A1A2E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566160" y="1920240"/>
            <a:ext cx="2542032" cy="4572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3566160" y="1920240"/>
            <a:ext cx="25420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 질문유도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703320" y="25146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8A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elicit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730752" y="2926080"/>
            <a:ext cx="2240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6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모델/기준인지·변수·기간을 되물어 구체화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998464" y="27432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355080" y="1920240"/>
            <a:ext cx="2542032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A1A2E">
                <a:alpha val="1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55080" y="1920240"/>
            <a:ext cx="2542032" cy="457200"/>
          </a:xfrm>
          <a:prstGeom prst="rect">
            <a:avLst/>
          </a:prstGeom>
          <a:solidFill>
            <a:srgbClr val="0A5078"/>
          </a:solidFill>
          <a:ln/>
        </p:spPr>
      </p:sp>
      <p:sp>
        <p:nvSpPr>
          <p:cNvPr id="19" name="Text 17"/>
          <p:cNvSpPr/>
          <p:nvPr/>
        </p:nvSpPr>
        <p:spPr>
          <a:xfrm>
            <a:off x="6355080" y="1920240"/>
            <a:ext cx="25420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 다축검증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92240" y="25146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8A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verify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519672" y="2926080"/>
            <a:ext cx="2240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6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전처리 정합 → 정확도·분포·방향·시계열 배터리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787384" y="27432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9144000" y="1920240"/>
            <a:ext cx="2542032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A1A2E">
                <a:alpha val="1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144000" y="1920240"/>
            <a:ext cx="2542032" cy="4572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0" y="1920240"/>
            <a:ext cx="25420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 리포트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281160" y="25146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8A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report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308592" y="2926080"/>
            <a:ext cx="2240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6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PASS/FAIL·근거·그림 + §G 경고 자동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777240" y="502920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직교 yaml(rules·recipes·aliases) + canonical metrics 단일구현 + §G 함정 강제(기준자료≠참값·advisory)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0292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A팀 · validate-model-output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02920"/>
            <a:ext cx="146304" cy="5029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라이브 데모 ①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58952" y="713232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6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발견(discover) + QC 결함적발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777240" y="1783080"/>
            <a:ext cx="5212080" cy="3200400"/>
          </a:xfrm>
          <a:prstGeom prst="rect">
            <a:avLst/>
          </a:prstGeom>
          <a:solidFill>
            <a:srgbClr val="EAF0F5"/>
          </a:solidFill>
          <a:ln w="15875">
            <a:solidFill>
              <a:srgbClr val="1C7293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868680" y="297180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🖼  그림 삽입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discover project/data/ → 멀티포맷·도메인 자동 분류 인벤토리 표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09360" y="1783080"/>
            <a:ext cx="5074920" cy="3200400"/>
          </a:xfrm>
          <a:prstGeom prst="rect">
            <a:avLst/>
          </a:prstGeom>
          <a:solidFill>
            <a:srgbClr val="EAF0F5"/>
          </a:solidFill>
          <a:ln w="15875">
            <a:solidFill>
              <a:srgbClr val="1C7293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6400800" y="2971800"/>
            <a:ext cx="4892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🖼  그림 삽입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validate 정상본=PASS 12/12  vs  결함본=FAIL(500K·격자) 리포트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5166360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626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사용자가 설명 안 해도 ‘무엇이 모델/기준’인지 먼저 파악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626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정상은 통과, 일부러 망가뜨린 파일은 근거와 함께 적발 — 검증을 ‘진짜’ 한다 (실측 완료)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A팀 · validate-model-output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02920"/>
            <a:ext cx="146304" cy="5029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라이브 데모 ②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58952" y="713232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6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파랑 검증 — WW3 모델 vs 부이 관측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777240" y="1783080"/>
            <a:ext cx="3429000" cy="3108960"/>
          </a:xfrm>
          <a:prstGeom prst="rect">
            <a:avLst/>
          </a:prstGeom>
          <a:solidFill>
            <a:srgbClr val="EAF0F5"/>
          </a:solidFill>
          <a:ln w="15875">
            <a:solidFill>
              <a:srgbClr val="1C7293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868680" y="2926080"/>
            <a:ext cx="3246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🖼  그림 삽입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Hs 산점도 + SI/회귀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70832" y="1783080"/>
            <a:ext cx="3429000" cy="3108960"/>
          </a:xfrm>
          <a:prstGeom prst="rect">
            <a:avLst/>
          </a:prstGeom>
          <a:solidFill>
            <a:srgbClr val="EAF0F5"/>
          </a:solidFill>
          <a:ln w="15875">
            <a:solidFill>
              <a:srgbClr val="1C7293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462272" y="2926080"/>
            <a:ext cx="3246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🖼  그림 삽입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파향 wave rose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955280" y="1783080"/>
            <a:ext cx="3429000" cy="3108960"/>
          </a:xfrm>
          <a:prstGeom prst="rect">
            <a:avLst/>
          </a:prstGeom>
          <a:solidFill>
            <a:srgbClr val="EAF0F5"/>
          </a:solidFill>
          <a:ln w="15875">
            <a:solidFill>
              <a:srgbClr val="1C7293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8046720" y="2926080"/>
            <a:ext cx="3246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72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🖼  그림 삽입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2024-09-15 고파 피크 시계열 (부이 vs WW3)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5120640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626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부이 지점에 모델 최근접 매칭 → 정확도(SI·RMSE)·분포·방향·이벤트·해역별 다축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626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리포트에 ‘부이=점관측·기준자료≠참값’ 경고 자동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292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A팀 · validate-model-output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02920"/>
            <a:ext cx="146304" cy="5029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· 전파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58952" y="713232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6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최고 배점 ②재현·전파성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777240" y="1920240"/>
            <a:ext cx="3456432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A1A2E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05840" y="21945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5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📁 폴더 복사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24128" y="2743200"/>
            <a:ext cx="2971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6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스킬은 자기완결 폴더 — 복사만으로 옆 사람 PC에서 동작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89120" y="1920240"/>
            <a:ext cx="3456432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A1A2E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17720" y="21945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5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🛠 yaml만 수정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636008" y="2743200"/>
            <a:ext cx="2971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6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변수·도메인·기준자료 = 코드 0줄, yaml만 추가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001000" y="1920240"/>
            <a:ext cx="3456432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A1A2E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229600" y="21945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50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📚 부서 자산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247888" y="2743200"/>
            <a:ext cx="2971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6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방법 카탈로그(15) + 그림 카탈로그(7도메인) — 따라 할 레시피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77240" y="502920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방법론을 ‘한 사람 머릿속’이 아니라 재사용 자산으로 — 이게 전파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0292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A팀 · validate-model-output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02920"/>
            <a:ext cx="146304" cy="5029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효과 — BEFORE / AFTER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58952" y="713232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6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일관성·재현성 (실측 증거)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777240" y="1828800"/>
            <a:ext cx="51206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A1A2E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05840" y="19659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재현율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05840" y="228600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Before ≈ 0%</a:t>
            </a:r>
            <a:pPr indent="0" marL="0">
              <a:buNone/>
            </a:pPr>
            <a:r>
              <a:rPr lang="en-US" sz="2600" b="1" dirty="0">
                <a:solidFill>
                  <a:srgbClr val="5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→  </a:t>
            </a:r>
            <a:pPr indent="0" marL="0">
              <a:buNone/>
            </a:pPr>
            <a:r>
              <a:rPr lang="en-US" sz="2600" b="1" dirty="0">
                <a:solidFill>
                  <a:srgbClr val="1E84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After 100%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6263640" y="1828800"/>
            <a:ext cx="51206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A1A2E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92240" y="19659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결함파일 · 즉석검증 4개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92240" y="2331720"/>
            <a:ext cx="4754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626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PASS 1 : FAIL 3</a:t>
            </a:r>
            <a:pPr indent="0" marL="0">
              <a:buNone/>
            </a:pPr>
            <a:r>
              <a:rPr lang="en-US" sz="240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(결함 놓침)</a:t>
            </a:r>
            <a:endParaRPr lang="en-US" sz="2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3657600"/>
          <a:ext cx="106070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931920"/>
                <a:gridCol w="39319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507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Before (맨손)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507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After (스킬)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507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6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요청 반복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6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매번 다름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6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매번 동일(바이트까지)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6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검증 항목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6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누락 가능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6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항상 전 항목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6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결함 적발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6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눈으로(놓침)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6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자동 + 근거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6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전파·확장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6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머릿속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6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폴더 복사·yaml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777240" y="608076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효과를 시간이 아니라 ‘일관성·재현성’으로 측정 — 우리 업무의 진짜 문제였으니까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0292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A팀 · validate-model-output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-1554480" y="3657600"/>
            <a:ext cx="4572000" cy="4572000"/>
          </a:xfrm>
          <a:prstGeom prst="ellipse">
            <a:avLst/>
          </a:prstGeom>
          <a:solidFill>
            <a:srgbClr val="0A5078">
              <a:alpha val="4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1887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C7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마무리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828800"/>
            <a:ext cx="10515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완성된 AI가 아니라,
</a:t>
            </a:r>
            <a:endParaRPr lang="en-US" sz="3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수작업을 </a:t>
            </a:r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8FC7D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일관·재현 가능</a:t>
            </a:r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하게 바꾼 도구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68680" y="3657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7DC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“누가 언제 돌려도 같은 검증” — 그게 우리 답입니다.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68680" y="502920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8A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정직한 한계  </a:t>
            </a:r>
            <a:pPr indent="0" marL="0">
              <a:buNone/>
            </a:pPr>
            <a:r>
              <a:rPr lang="en-US" sz="1300" dirty="0">
                <a:solidFill>
                  <a:srgbClr val="9FB4C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임계는 advisory · 기준자료는 reference(≠참값) · 부이는 대표성오차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02920"/>
            <a:ext cx="146304" cy="5029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58952" y="713232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6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분담 — 전원 1인 60초 미니시연</a:t>
            </a:r>
            <a:endParaRPr lang="en-US" sz="27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920240"/>
          <a:ext cx="106070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3291840"/>
                <a:gridCol w="60350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사람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507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파트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507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미니시연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507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6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6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문제·통찰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6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discover 멀티포맷 분류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6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6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아키텍처·QC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6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QC 정상 PASS / 결함 FAIL 라이브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6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6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파랑 검증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6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WW3↔부이 다축 verify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6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6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재현·전파·효과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626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명령 재실행 → 동일 리포트 + yaml 수정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21208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본인 프롬프트·결과를 본인 화면에서 라이브로 (공지 규칙) · 데모 실패 대비 사전 녹화 준비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0292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A팀 · validate-model-output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33856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71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수치모델 후처리·검증 자동화</dc:title>
  <dc:subject>PptxGenJS Presentation</dc:subject>
  <dc:creator>A팀 / Youjung Oh</dc:creator>
  <cp:lastModifiedBy>A팀 / Youjung Oh</cp:lastModifiedBy>
  <cp:revision>1</cp:revision>
  <dcterms:created xsi:type="dcterms:W3CDTF">2026-06-30T11:28:46Z</dcterms:created>
  <dcterms:modified xsi:type="dcterms:W3CDTF">2026-06-30T11:28:46Z</dcterms:modified>
</cp:coreProperties>
</file>