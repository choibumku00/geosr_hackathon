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5" r:id="rId3"/>
    <p:sldId id="266" r:id="rId4"/>
    <p:sldId id="257" r:id="rId5"/>
    <p:sldId id="267" r:id="rId6"/>
    <p:sldId id="258" r:id="rId7"/>
    <p:sldId id="259" r:id="rId8"/>
    <p:sldId id="260" r:id="rId9"/>
    <p:sldId id="261" r:id="rId10"/>
    <p:sldId id="262" r:id="rId11"/>
    <p:sldId id="268" r:id="rId12"/>
    <p:sldId id="269" r:id="rId13"/>
    <p:sldId id="270" r:id="rId14"/>
    <p:sldId id="264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9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2425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BB7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-1645920"/>
            <a:ext cx="5120640" cy="5120640"/>
          </a:xfrm>
          <a:prstGeom prst="ellipse">
            <a:avLst/>
          </a:prstGeom>
          <a:solidFill>
            <a:srgbClr val="0E7C86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9FD8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(Live Demonstration)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명령으로
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수치모델을 </a:t>
            </a:r>
            <a:r>
              <a:rPr lang="en-US" sz="4000" b="1" dirty="0">
                <a:solidFill>
                  <a:srgbClr val="2BB7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검증</a:t>
            </a: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하다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406908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DE7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에이전트가 자료를 파악하고, 부족한 정보를 스스로 채워 검증한다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A팀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‘느림’이 아니라 ‘매번 달라짐’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10607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A1A2E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51560" y="2121408"/>
            <a:ext cx="502920" cy="502920"/>
          </a:xfrm>
          <a:prstGeom prst="ellipse">
            <a:avLst/>
          </a:prstGeom>
          <a:solidFill>
            <a:srgbClr val="0A50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51560" y="2121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1938528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포맷·규약 제각각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237744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NetCDF3/4·HDF5·CSV, 좌표 1D/2D/비정형mesh, 단위 K/°C, 영문/한글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200400"/>
            <a:ext cx="10607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A1A2E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51560" y="3584448"/>
            <a:ext cx="502920" cy="502920"/>
          </a:xfrm>
          <a:prstGeom prst="ellipse">
            <a:avLst/>
          </a:prstGeom>
          <a:solidFill>
            <a:srgbClr val="0A50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51560" y="3584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3401568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손으로 오가며 눈으로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28800" y="384048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CDO·NCO·Python·ncview·wgrib2를 매번 수동으로 — 느리고 실수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4663440"/>
            <a:ext cx="10607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A1A2E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51560" y="5047488"/>
            <a:ext cx="502920" cy="502920"/>
          </a:xfrm>
          <a:prstGeom prst="ellipse">
            <a:avLst/>
          </a:prstGeom>
          <a:solidFill>
            <a:srgbClr val="0A50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1560" y="5047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28800" y="4864608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세션마다 절차가 달라짐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8800" y="530352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쓰는 패키지·기준이 바뀌어 재현 불가, 통과/실패 근거가 안 남음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A팀 · validate-model-output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통찰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맨손 Claude와 무엇이 다른가 — 역할 분업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5120640" cy="3108960"/>
          </a:xfrm>
          <a:prstGeom prst="roundRect">
            <a:avLst>
              <a:gd name="adj" fmla="val 2353"/>
            </a:avLst>
          </a:prstGeom>
          <a:solidFill>
            <a:srgbClr val="FBEDEC"/>
          </a:solidFill>
          <a:ln/>
          <a:effectLst>
            <a:outerShdw blurRad="114300" dist="38100" dir="8100000" algn="bl" rotWithShape="0">
              <a:srgbClr val="0A1A2E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5156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그냥 에이전트한테 시키면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51460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코드·패키지·임계가 바뀜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항목 누락 가능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재현·전파 불가, 근거 안 남음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‘껍데기’ 위험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120640" cy="3108960"/>
          </a:xfrm>
          <a:prstGeom prst="roundRect">
            <a:avLst>
              <a:gd name="adj" fmla="val 2353"/>
            </a:avLst>
          </a:prstGeom>
          <a:solidFill>
            <a:srgbClr val="EAF3EE"/>
          </a:solidFill>
          <a:ln/>
          <a:effectLst>
            <a:outerShdw blurRad="114300" dist="38100" dir="8100000" algn="bl" rotWithShape="0">
              <a:srgbClr val="0A1A2E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53796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해법 — 결정적 코어 + 에이전트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51460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규칙 → Python·yaml에 박제(완전 재현)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판단(모델/기준·분석·해석) → 유도 대화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다양성 → 검증 카탈로그(방법500·그림115)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일관성 = 맨손이 못 하는 것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52120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5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대회 최고 배점 ②재현·전파성과 정확히 일치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A팀 · validate-model-output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시작하나 — 자연어 한 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05840" y="2011680"/>
            <a:ext cx="10149840" cy="1554480"/>
          </a:xfrm>
          <a:prstGeom prst="roundRect">
            <a:avLst>
              <a:gd name="adj" fmla="val 3529"/>
            </a:avLst>
          </a:prstGeom>
          <a:solidFill>
            <a:srgbClr val="0B3B3F"/>
          </a:solidFill>
          <a:ln/>
          <a:effectLst>
            <a:outerShdw blurRad="101600" dist="38100" dir="8100000" algn="bl" rotWithShape="0">
              <a:srgbClr val="08272A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325880" y="23317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B7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/validate-model-output</a:t>
            </a:r>
            <a:r>
              <a:rPr lang="en-US" sz="1700" dirty="0">
                <a:solidFill>
                  <a:srgbClr val="EA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이 폴더의 파랑모델을 부이 관측으로 검증해줘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29718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D8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커서 깜빡임 한 줄 — 폴더 경로만 주면 끝. 어떤 분석을 어떻게 할지 일일이 지정하지 않는다.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411480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사용자가 하는 일은 여기까지. 나머지는 에이전트가 스스로 진행한다.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A팀 · 시연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동작하나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4페이즈 — 분석을 즉시 시작하지 않는다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254203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A1A2E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2542032" cy="457200"/>
          </a:xfrm>
          <a:prstGeom prst="rect">
            <a:avLst/>
          </a:prstGeom>
          <a:solidFill>
            <a:srgbClr val="0A50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발견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8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41832" y="29260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스캔 → 포맷·도메인·역할 자동 인벤토리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09544" y="2743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566160" y="1920240"/>
            <a:ext cx="254203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A1A2E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566160" y="1920240"/>
            <a:ext cx="2542032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566160" y="192024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질문유도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0332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8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elicit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30752" y="29260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모델/기준인지·변수·기간을 되물어 구체화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98464" y="2743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355080" y="1920240"/>
            <a:ext cx="254203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A1A2E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355080" y="1920240"/>
            <a:ext cx="2542032" cy="457200"/>
          </a:xfrm>
          <a:prstGeom prst="rect">
            <a:avLst/>
          </a:prstGeom>
          <a:solidFill>
            <a:srgbClr val="0A50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355080" y="192024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다축검증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8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19672" y="29260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 정합 → 정확도·분포·방향·시계열 배터리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787384" y="2743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144000" y="1920240"/>
            <a:ext cx="254203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A1A2E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144000" y="1920240"/>
            <a:ext cx="2542032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144000" y="192024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리포트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8116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8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08592" y="29260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PASS/FAIL·근거·그림 + §G 경고 자동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77240" y="50292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직교 yaml(rules·recipes·aliases) + canonical metrics 단일구현 + §G 함정 강제(기준자료≠참값·advisory)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A팀 · validate-model-output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폴더를 훑어 ‘무엇이 있는지’ 자동 정리</a:t>
            </a:r>
            <a:endParaRPr lang="en-US" sz="2600" dirty="0"/>
          </a:p>
        </p:txBody>
      </p:sp>
      <p:pic>
        <p:nvPicPr>
          <p:cNvPr id="5" name="Image 0" descr="project/presentation/assets/inventory_pl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783080"/>
            <a:ext cx="9052560" cy="2633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475488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게 검증할 모델이고 어떤 게 비교 기준(관측)인지 스스로 구분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형식이 서로 달라도(격자/지점, 한글/영문) 알아서 읽어 들임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A팀 · 시연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빠진 정보를 스스로 찾아 채운다  (핵심)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CEDEC"/>
          </a:solidFill>
          <a:ln/>
          <a:effectLst>
            <a:outerShdw blurRad="101600" dist="38100" dir="8100000" algn="bl" rotWithShape="0">
              <a:srgbClr val="08272A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관측자료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‘위치’ 정보가 없음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77640" y="26517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480560" y="201168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EAF3EE"/>
          </a:solidFill>
          <a:ln/>
          <a:effectLst>
            <a:outerShdw blurRad="101600" dist="38100" dir="8100000" algn="bl" rotWithShape="0">
              <a:srgbClr val="08272A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663440" y="22860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폴더를 살펴봄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83464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목록을 발견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0" y="26517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183880" y="201168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E7F4EE"/>
          </a:solidFill>
          <a:ln/>
          <a:effectLst>
            <a:outerShdw blurRad="101600" dist="38100" dir="8100000" algn="bl" rotWithShape="0">
              <a:srgbClr val="08272A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366760" y="22860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연결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283464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↔ 가까운 모델 지점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2976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‘위치는 저기 있어’라고 알려주지 않아도, 부족한 정보를 폴더에서 찾아 메운다.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9377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이 점이 ‘그냥 챗봇에 시키기’와 다른 부분 — 자료 사정을 스스로 파악해 적응한다.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A팀 · 시연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모델과 관측을 맞춰 차이를 계산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80160" y="1783080"/>
            <a:ext cx="9601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8272A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600200" y="2075688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600200" y="2075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377440" y="1965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지점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377440" y="238658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지점마다 가장 가까운 모델 값을 가져온다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280160" y="3108960"/>
            <a:ext cx="9601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8272A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600200" y="3401568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600200" y="34015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377440" y="3291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시각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377440" y="371246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시각에 맞는 모델 시각을 짝짓는다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280160" y="4434840"/>
            <a:ext cx="9601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8272A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600200" y="4727448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600200" y="4727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37744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 계산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377440" y="503834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유의파고 차이를 모아 통계·그림으로 정리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A팀 · 시연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 — 파랑모델 vs 부이 (5일)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8272A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20848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비교한 자료 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" y="248716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1,956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60120" y="3246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8272A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749040" y="20848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차이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49040" y="248716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−0.39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749040" y="3246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 (모델이 낮음)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8272A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37960" y="20848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 크기(RMSE)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248716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0.59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537960" y="3246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8272A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326880" y="20848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26880" y="248716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0.77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326880" y="3246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4023360"/>
            <a:ext cx="10607040" cy="1280160"/>
          </a:xfrm>
          <a:prstGeom prst="roundRect">
            <a:avLst>
              <a:gd name="adj" fmla="val 5714"/>
            </a:avLst>
          </a:prstGeom>
          <a:solidFill>
            <a:srgbClr val="EAF3EE"/>
          </a:solidFill>
          <a:ln/>
          <a:effectLst>
            <a:outerShdw blurRad="101600" dist="38100" dir="8100000" algn="bl" rotWithShape="0">
              <a:srgbClr val="08272A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5156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발견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572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파고가 높은 지점·시기일수록 모델이 관측보다 낮게 모의 — 큰 파도를 과소평가하는 경향.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A팀 · 시연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 — 그림으로 보기</a:t>
            </a:r>
            <a:endParaRPr lang="en-US" sz="2600" dirty="0"/>
          </a:p>
        </p:txBody>
      </p:sp>
      <p:pic>
        <p:nvPicPr>
          <p:cNvPr id="5" name="Image 0" descr="project/presentation/assets/wave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1783080"/>
            <a:ext cx="987552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2120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왼쪽: 모델·관측 비교(점이 선 아래로 치우치면 모델이 낮음)  ·  가운데: 한 지점 시간변화(큰 파도에서 차이 큼)  ·  오른쪽: 분포 비교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A팀 · 시연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840480" cy="146304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공간 분포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58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지점별 편향 · RMSE (한반도 연안)</a:t>
            </a:r>
            <a:endParaRPr lang="en-US" sz="1400" dirty="0"/>
          </a:p>
        </p:txBody>
      </p:sp>
      <p:pic>
        <p:nvPicPr>
          <p:cNvPr id="6" name="Image 0" descr="/Users/yoh/Projects/geosr_hackathon/project/validation_hs/fig2_hs_spati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331720"/>
            <a:ext cx="6858000" cy="308363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80960" y="1691640"/>
            <a:ext cx="3962095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A1A24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80960" y="1691640"/>
            <a:ext cx="3962095" cy="73152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909560" y="182880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읽는 법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55280" y="2286000"/>
            <a:ext cx="341345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17개 지점 전부 음의 bias (전부 과소추정)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남부 외해 22107·22187 에서 최대 — bias ≈ −0.73 m, RMSE ≈ 0.9~1.0 m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 지점들은 9/15~16 고파랑 이벤트의 영향권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서해 연안(22183·22101)은 파고가 작아 절대오차는 작으나 상대오차(SI)는 비슷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58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WW3 파랑모델 Hs 검증  ·  2024-09-14~18  ·  부이 = reference (not truth)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58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840480" cy="146304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지점별 지표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58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오차 큰 지점(상위 3) · 작은 지점(하위 2) — 17개 모두 음의 편향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1005840" y="1783080"/>
          <a:ext cx="10149840" cy="340156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지점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N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관측평균(m)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bias(m)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RMSE(m)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SI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R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22107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120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1.67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8743B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−0.73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1.00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0.41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0.73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22187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120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1.65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8743B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−0.73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0.92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0.34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0.73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22103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120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1.25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8743B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−0.55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0.75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0.40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0.68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22101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109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0.34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8743B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−0.16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0.21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0.36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0.56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22183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89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0.12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8743B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−0.11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0.12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0.36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0.23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1005840" y="54406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58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강조 행 = 오차 상위 지점 (남부 외해, 고파랑 영향).   bias는 전 지점 음(−) → 계통적 과소추정.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58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WW3 파랑모델 Hs 검증  ·  2024-09-14~18  ·  부이 = reference (not truth)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58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결론 &amp; 다음 단계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74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결론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FE3E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WW3는 Hs를 전 지점·전 분위에서 계통적으로 과소추정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FE3E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위상(R=0.76)은 따라가나 진폭이 눌림 (특히 고파랑)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FE3E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오차는 남부 외해 고파랑 지점에서 가장 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74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다음 단계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FE3E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ERA5/GFS 풍속 검증 → 입력 바람 부족 vs 모델 물리 원인 분리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FE3E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파향(dir)·파주기(t01) 추가 검증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FE3E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기간 확장 → 편향의 계통성·계절성 확인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5257800" cy="4983480"/>
          </a:xfrm>
          <a:prstGeom prst="rect">
            <a:avLst/>
          </a:prstGeom>
          <a:solidFill>
            <a:srgbClr val="065A82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355080" y="1417320"/>
            <a:ext cx="91440" cy="4983480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62940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해석 시 주의 (advisory)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2103120"/>
            <a:ext cx="4800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FE3E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부이는 reference이지 truth가 아니다 (측정오차·결측 포함)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FE3E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SI&lt;0.15·R≥0.9 같은 임계는 외해 관행값일 뿐, good/bad 단정 금지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FE3E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점 부이 vs mesh 노드(0.2~2.5 km 이격) 대표성 오차 포함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FE3E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통계가 5일·단일 고파랑 이벤트에 지배됨 → 일반화 주의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FE3E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SI는 ECMWF(bias 제거형) 정의 사용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BB7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645920" y="3474720"/>
            <a:ext cx="4754880" cy="4754880"/>
          </a:xfrm>
          <a:prstGeom prst="ellipse">
            <a:avLst/>
          </a:prstGeom>
          <a:solidFill>
            <a:srgbClr val="0E7C86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9FD8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시연이 보여준 것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명령이면
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누가·언제 해도 </a:t>
            </a:r>
            <a:r>
              <a:rPr lang="en-US" sz="3400" b="1" dirty="0">
                <a:solidFill>
                  <a:srgbClr val="2BB7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검증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374904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AF6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자료 사정을 스스로 파악·보완해 검증한다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AF6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파랑이 아닌 다른 자료·분야에도 같은 방식으로 확장된다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D8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검증 업무를, 누구나 똑같이 재현할 수 있게.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992</Words>
  <Application>Microsoft Macintosh PowerPoint</Application>
  <PresentationFormat>와이드스크린</PresentationFormat>
  <Paragraphs>206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NanumGothic</vt:lpstr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시연 — 한 줄 명령으로 수치모델 검증</dc:title>
  <dc:subject>PptxGenJS Presentation</dc:subject>
  <dc:creator>A팀</dc:creator>
  <cp:lastModifiedBy>Youjung Oh</cp:lastModifiedBy>
  <cp:revision>3</cp:revision>
  <dcterms:created xsi:type="dcterms:W3CDTF">2026-06-30T12:54:54Z</dcterms:created>
  <dcterms:modified xsi:type="dcterms:W3CDTF">2026-07-01T01:24:05Z</dcterms:modified>
</cp:coreProperties>
</file>